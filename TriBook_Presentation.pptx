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-1234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TriBook</a:t>
            </a:r>
          </a:p>
          <a:p>
            <a:r>
              <a:rPr sz="2000"/>
              <a:t>Multi-Service Online Booking System</a:t>
            </a:r>
          </a:p>
          <a:p>
            <a:r>
              <a:rPr sz="2000"/>
              <a:t>🎬 Movies | 🚌 Transport | 🎉 Events</a:t>
            </a:r>
          </a:p>
          <a:p>
            <a:endParaRPr sz="2000"/>
          </a:p>
          <a:p>
            <a:r>
              <a:rPr sz="2000"/>
              <a:t>Developed By:</a:t>
            </a:r>
          </a:p>
          <a:p>
            <a:r>
              <a:rPr sz="2000"/>
              <a:t>Prassitha</a:t>
            </a:r>
          </a:p>
          <a:p>
            <a:r>
              <a:rPr sz="2000"/>
              <a:t>Nishita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TITLE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2000"/>
              <a:t>What is TriBook?</a:t>
            </a:r>
          </a:p>
          <a:p>
            <a:r>
              <a:rPr sz="2000"/>
              <a:t>TriBook is a unified web-based booking platform that consolidates three major services into one system.</a:t>
            </a:r>
          </a:p>
          <a:p>
            <a:endParaRPr sz="2000"/>
          </a:p>
          <a:p>
            <a:r>
              <a:rPr sz="2000"/>
              <a:t>Three Services in One:</a:t>
            </a:r>
          </a:p>
          <a:p>
            <a:r>
              <a:rPr sz="2000"/>
              <a:t>🎬 Movie Ticket Booking</a:t>
            </a:r>
          </a:p>
          <a:p>
            <a:r>
              <a:rPr sz="2000"/>
              <a:t>🚌 Transport Booking</a:t>
            </a:r>
          </a:p>
          <a:p>
            <a:r>
              <a:rPr sz="2000"/>
              <a:t>🎉 Event Pass Booking</a:t>
            </a:r>
          </a:p>
          <a:p>
            <a:endParaRPr sz="2000"/>
          </a:p>
          <a:p>
            <a:r>
              <a:rPr sz="2000"/>
              <a:t>Mission:</a:t>
            </a:r>
          </a:p>
          <a:p>
            <a:r>
              <a:rPr sz="2000"/>
              <a:t>Provide a single platform for all booking needs, eliminating the hassle of using multiple apps.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sz="2000"/>
              <a:t>STEP 1: LOGIN</a:t>
            </a:r>
          </a:p>
          <a:p>
            <a:r>
              <a:rPr sz="2000"/>
              <a:t>• Secure authentication with animation</a:t>
            </a:r>
          </a:p>
          <a:p>
            <a:endParaRPr sz="2000"/>
          </a:p>
          <a:p>
            <a:r>
              <a:rPr sz="2000"/>
              <a:t>STEP 2: HOME PAGE</a:t>
            </a:r>
          </a:p>
          <a:p>
            <a:r>
              <a:rPr sz="2000"/>
              <a:t>• View service categories, hover effects</a:t>
            </a:r>
          </a:p>
          <a:p>
            <a:endParaRPr sz="2000"/>
          </a:p>
          <a:p>
            <a:r>
              <a:rPr sz="2000"/>
              <a:t>STEP 3: SELECT SERVICE</a:t>
            </a:r>
          </a:p>
          <a:p>
            <a:r>
              <a:rPr sz="2000"/>
              <a:t>• Choose Movies, Transport, or Events</a:t>
            </a:r>
          </a:p>
          <a:p>
            <a:endParaRPr sz="2000"/>
          </a:p>
          <a:p>
            <a:r>
              <a:rPr sz="2000"/>
              <a:t>STEP 4: BOOKING FORM</a:t>
            </a:r>
          </a:p>
          <a:p>
            <a:r>
              <a:rPr sz="2000"/>
              <a:t>• Fill details, select date, time, and pay</a:t>
            </a:r>
          </a:p>
          <a:p>
            <a:endParaRPr sz="2000"/>
          </a:p>
          <a:p>
            <a:r>
              <a:rPr sz="2000"/>
              <a:t>STEP 5: CONFIRMATION</a:t>
            </a:r>
          </a:p>
          <a:p>
            <a:r>
              <a:rPr sz="2000"/>
              <a:t>• Confetti animation and ticket download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WORKING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Technology Used:</a:t>
            </a:r>
          </a:p>
          <a:p>
            <a:r>
              <a:rPr sz="2000"/>
              <a:t>Frontend: HTML5, CSS3, JavaScript</a:t>
            </a:r>
          </a:p>
          <a:p>
            <a:r>
              <a:rPr sz="2000"/>
              <a:t>Features:</a:t>
            </a:r>
          </a:p>
          <a:p>
            <a:r>
              <a:rPr sz="2000"/>
              <a:t>✅ Responsive Design</a:t>
            </a:r>
          </a:p>
          <a:p>
            <a:r>
              <a:rPr sz="2000"/>
              <a:t>✅ LocalStorage</a:t>
            </a:r>
          </a:p>
          <a:p>
            <a:r>
              <a:rPr sz="2000"/>
              <a:t>✅ Form Validation</a:t>
            </a:r>
          </a:p>
          <a:p>
            <a:r>
              <a:rPr sz="2000"/>
              <a:t>✅ Confetti Animation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WORKING (CONTINUED)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/>
              <a:t>Who Can Use TriBook?</a:t>
            </a:r>
          </a:p>
          <a:p>
            <a:r>
              <a:rPr sz="2000"/>
              <a:t>• Families, Students, Professionals</a:t>
            </a:r>
          </a:p>
          <a:p>
            <a:r>
              <a:rPr sz="2000"/>
              <a:t>• Event Organizers, Travel Agencies</a:t>
            </a:r>
          </a:p>
          <a:p>
            <a:endParaRPr sz="2000"/>
          </a:p>
          <a:p>
            <a:r>
              <a:rPr sz="2000"/>
              <a:t>Real-World Applications:</a:t>
            </a:r>
          </a:p>
          <a:p>
            <a:r>
              <a:rPr sz="2000"/>
              <a:t>• Weekend planning</a:t>
            </a:r>
          </a:p>
          <a:p>
            <a:r>
              <a:rPr sz="2000"/>
              <a:t>• Event management</a:t>
            </a:r>
          </a:p>
          <a:p>
            <a:r>
              <a:rPr sz="2000"/>
              <a:t>• Travel coordination</a:t>
            </a:r>
          </a:p>
          <a:p>
            <a:r>
              <a:rPr sz="2000"/>
              <a:t>• Group bookings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USES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User Benefits:</a:t>
            </a:r>
          </a:p>
          <a:p>
            <a:r>
              <a:rPr sz="2000"/>
              <a:t>✅ Convenience</a:t>
            </a:r>
          </a:p>
          <a:p>
            <a:r>
              <a:rPr sz="2000"/>
              <a:t>✅ Unified Experience</a:t>
            </a:r>
          </a:p>
          <a:p>
            <a:r>
              <a:rPr sz="2000"/>
              <a:t>✅ Centralized Management</a:t>
            </a:r>
          </a:p>
          <a:p>
            <a:r>
              <a:rPr sz="2000"/>
              <a:t>✅ Payment Simplicity</a:t>
            </a:r>
          </a:p>
          <a:p>
            <a:r>
              <a:rPr sz="2000"/>
              <a:t>✅ 24/7 Accessibility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ADVANTAGES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Technical Benefits:</a:t>
            </a:r>
          </a:p>
          <a:p>
            <a:r>
              <a:rPr sz="2000"/>
              <a:t>• Fast and responsive</a:t>
            </a:r>
          </a:p>
          <a:p>
            <a:r>
              <a:rPr sz="2000"/>
              <a:t>• Secure and compatible</a:t>
            </a:r>
          </a:p>
          <a:p>
            <a:endParaRPr sz="2000"/>
          </a:p>
          <a:p>
            <a:r>
              <a:rPr sz="2000"/>
              <a:t>Business Benefits:</a:t>
            </a:r>
          </a:p>
          <a:p>
            <a:r>
              <a:rPr sz="2000"/>
              <a:t>• Cost-effective</a:t>
            </a:r>
          </a:p>
          <a:p>
            <a:r>
              <a:rPr sz="2000"/>
              <a:t>• User retention</a:t>
            </a:r>
          </a:p>
          <a:p>
            <a:r>
              <a:rPr sz="2000"/>
              <a:t>• Data analytics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ADVANTAGES (CONTINUED)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⚠️ Current Limitations:</a:t>
            </a:r>
          </a:p>
          <a:p>
            <a:r>
              <a:rPr sz="2000"/>
              <a:t>• Frontend-only implementation</a:t>
            </a:r>
          </a:p>
          <a:p>
            <a:r>
              <a:rPr sz="2000"/>
              <a:t>• No backend or database</a:t>
            </a:r>
          </a:p>
          <a:p>
            <a:r>
              <a:rPr sz="2000"/>
              <a:t>• No payment gateway</a:t>
            </a:r>
          </a:p>
          <a:p>
            <a:r>
              <a:rPr sz="2000"/>
              <a:t>• LocalStorage not secure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DISADVANTAGES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/>
              <a:t>⚠️ Missing Features:</a:t>
            </a:r>
          </a:p>
          <a:p>
            <a:r>
              <a:rPr sz="2000"/>
              <a:t>• Real payment &amp; authentication</a:t>
            </a:r>
          </a:p>
          <a:p>
            <a:r>
              <a:rPr sz="2000"/>
              <a:t>• User database &amp; history</a:t>
            </a:r>
          </a:p>
          <a:p>
            <a:r>
              <a:rPr sz="2000"/>
              <a:t>• Live updates</a:t>
            </a:r>
          </a:p>
          <a:p>
            <a:endParaRPr sz="2000"/>
          </a:p>
          <a:p>
            <a:r>
              <a:rPr sz="2000"/>
              <a:t>Solutions:</a:t>
            </a:r>
          </a:p>
          <a:p>
            <a:r>
              <a:rPr sz="2000"/>
              <a:t>✅ Backend &amp; Database</a:t>
            </a:r>
          </a:p>
          <a:p>
            <a:r>
              <a:rPr sz="2000"/>
              <a:t>✅ Payment gateway</a:t>
            </a:r>
          </a:p>
          <a:p>
            <a:r>
              <a:rPr sz="2000"/>
              <a:t>✅ API integrations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DISADVANTAGES (CONTINUED)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🚀 Backend Development:</a:t>
            </a:r>
          </a:p>
          <a:p>
            <a:r>
              <a:rPr sz="2000"/>
              <a:t>• Node.js + MongoDB + JWT Auth</a:t>
            </a:r>
          </a:p>
          <a:p>
            <a:r>
              <a:rPr sz="2000"/>
              <a:t>• Razorpay/Stripe integration</a:t>
            </a:r>
          </a:p>
          <a:p>
            <a:r>
              <a:rPr sz="2000"/>
              <a:t>• Notifications via Email/SMS</a:t>
            </a:r>
          </a:p>
          <a:p>
            <a:r>
              <a:rPr sz="2000"/>
              <a:t>• Real-time seat updates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FUTURE SCOPE (Phase 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🚀 Advanced Features:</a:t>
            </a:r>
          </a:p>
          <a:p>
            <a:r>
              <a:rPr sz="2000"/>
              <a:t>• AI-based recommendations</a:t>
            </a:r>
          </a:p>
          <a:p>
            <a:r>
              <a:rPr sz="2000"/>
              <a:t>• Live seat &amp; venue tracking</a:t>
            </a:r>
          </a:p>
          <a:p>
            <a:r>
              <a:rPr sz="2000"/>
              <a:t>• Loyalty programs</a:t>
            </a:r>
          </a:p>
          <a:p>
            <a:r>
              <a:rPr sz="2000"/>
              <a:t>• Mobile Apps (Android/iOS)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FUTURE SCOPE (Phase 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🚀 Expansion:</a:t>
            </a:r>
          </a:p>
          <a:p>
            <a:r>
              <a:rPr sz="2000"/>
              <a:t>• Hotel, Flight, Cab, and Sports Booking</a:t>
            </a:r>
          </a:p>
          <a:p>
            <a:r>
              <a:rPr sz="2000"/>
              <a:t>• 50+ cities, multi-currency support</a:t>
            </a:r>
          </a:p>
          <a:p>
            <a:r>
              <a:rPr sz="2000"/>
              <a:t>• Blockchain &amp; AR/VR integration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FUTURE SCOPE (Phase 3)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✅ Unified booking system</a:t>
            </a:r>
          </a:p>
          <a:p>
            <a:r>
              <a:rPr sz="2000"/>
              <a:t>✅ Modern design</a:t>
            </a:r>
          </a:p>
          <a:p>
            <a:r>
              <a:rPr sz="2000"/>
              <a:t>✅ User-friendly &amp; scalable</a:t>
            </a:r>
          </a:p>
          <a:p>
            <a:r>
              <a:rPr sz="2000"/>
              <a:t>✅ Real-world application</a:t>
            </a:r>
          </a:p>
          <a:p>
            <a:endParaRPr sz="2000"/>
          </a:p>
          <a:p>
            <a:r>
              <a:rPr sz="2000"/>
              <a:t>TriBook simplifies online booking and enhances user experience.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CONCLUSION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TriBook</a:t>
            </a:r>
          </a:p>
          <a:p>
            <a:r>
              <a:rPr sz="2000"/>
              <a:t>ONE PLATFORM, UNLIMITED POSSIBILITIES</a:t>
            </a:r>
          </a:p>
          <a:p>
            <a:endParaRPr sz="2000"/>
          </a:p>
          <a:p>
            <a:r>
              <a:rPr sz="2000"/>
              <a:t>Developed By:</a:t>
            </a:r>
          </a:p>
          <a:p>
            <a:r>
              <a:rPr sz="2000"/>
              <a:t>Prassitha &amp; Nishita</a:t>
            </a:r>
          </a:p>
          <a:p>
            <a:r>
              <a:rPr sz="2000"/>
              <a:t>📧 info@tribook.com | 📱 +91 98765 43210 | 🌐 www.tribook.com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2</TotalTime>
  <Words>431</Words>
  <Application>Microsoft Office PowerPoint</Application>
  <PresentationFormat>On-screen Show (4:3)</PresentationFormat>
  <Paragraphs>115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Waveform</vt:lpstr>
      <vt:lpstr>TITLE SLIDE</vt:lpstr>
      <vt:lpstr>INTRODUCTION</vt:lpstr>
      <vt:lpstr>WORKING</vt:lpstr>
      <vt:lpstr>WORKING (CONTINUED)</vt:lpstr>
      <vt:lpstr>USES</vt:lpstr>
      <vt:lpstr>ADVANTAGES</vt:lpstr>
      <vt:lpstr>ADVANTAGES (CONTINUED)</vt:lpstr>
      <vt:lpstr>DISADVANTAGES</vt:lpstr>
      <vt:lpstr>DISADVANTAGES (CONTINUED)</vt:lpstr>
      <vt:lpstr>FUTURE SCOPE (Phase 1)</vt:lpstr>
      <vt:lpstr>FUTURE SCOPE (Phase 2)</vt:lpstr>
      <vt:lpstr>FUTURE SCOPE (Phase 3)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2025-11-02T14:58:28Z</dcterms:modified>
  <cp:category/>
</cp:coreProperties>
</file>